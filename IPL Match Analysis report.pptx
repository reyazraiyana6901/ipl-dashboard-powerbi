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37FF"/>
    <a:srgbClr val="9561E9"/>
    <a:srgbClr val="28F8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C4CF16-A146-4AA1-83C2-0DEC814BAD54}" v="67" dt="2025-08-29T11:12:42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iyana Reyaz" userId="48f129c58a854a97" providerId="LiveId" clId="{0FC4CF16-A146-4AA1-83C2-0DEC814BAD54}"/>
    <pc:docChg chg="custSel addSld delSld modSld">
      <pc:chgData name="Raiyana Reyaz" userId="48f129c58a854a97" providerId="LiveId" clId="{0FC4CF16-A146-4AA1-83C2-0DEC814BAD54}" dt="2025-08-30T09:37:17.569" v="889" actId="20577"/>
      <pc:docMkLst>
        <pc:docMk/>
      </pc:docMkLst>
      <pc:sldChg chg="modSp mod">
        <pc:chgData name="Raiyana Reyaz" userId="48f129c58a854a97" providerId="LiveId" clId="{0FC4CF16-A146-4AA1-83C2-0DEC814BAD54}" dt="2025-08-30T09:37:17.569" v="889" actId="20577"/>
        <pc:sldMkLst>
          <pc:docMk/>
          <pc:sldMk cId="3798253313" sldId="256"/>
        </pc:sldMkLst>
        <pc:spChg chg="mod">
          <ac:chgData name="Raiyana Reyaz" userId="48f129c58a854a97" providerId="LiveId" clId="{0FC4CF16-A146-4AA1-83C2-0DEC814BAD54}" dt="2025-08-30T09:37:17.569" v="889" actId="20577"/>
          <ac:spMkLst>
            <pc:docMk/>
            <pc:sldMk cId="3798253313" sldId="256"/>
            <ac:spMk id="2" creationId="{A553F94E-0AFF-D4F1-6B01-43E8C8956521}"/>
          </ac:spMkLst>
        </pc:spChg>
      </pc:sldChg>
      <pc:sldChg chg="modSp mod">
        <pc:chgData name="Raiyana Reyaz" userId="48f129c58a854a97" providerId="LiveId" clId="{0FC4CF16-A146-4AA1-83C2-0DEC814BAD54}" dt="2025-08-29T10:58:11.142" v="705" actId="207"/>
        <pc:sldMkLst>
          <pc:docMk/>
          <pc:sldMk cId="2218840515" sldId="258"/>
        </pc:sldMkLst>
        <pc:spChg chg="mod">
          <ac:chgData name="Raiyana Reyaz" userId="48f129c58a854a97" providerId="LiveId" clId="{0FC4CF16-A146-4AA1-83C2-0DEC814BAD54}" dt="2025-08-29T10:58:11.142" v="705" actId="207"/>
          <ac:spMkLst>
            <pc:docMk/>
            <pc:sldMk cId="2218840515" sldId="258"/>
            <ac:spMk id="9" creationId="{1D551B34-7D4F-BC6B-3C8C-B7B4243BC11C}"/>
          </ac:spMkLst>
        </pc:spChg>
      </pc:sldChg>
      <pc:sldChg chg="modSp mod">
        <pc:chgData name="Raiyana Reyaz" userId="48f129c58a854a97" providerId="LiveId" clId="{0FC4CF16-A146-4AA1-83C2-0DEC814BAD54}" dt="2025-08-29T10:58:50.330" v="710" actId="1076"/>
        <pc:sldMkLst>
          <pc:docMk/>
          <pc:sldMk cId="1931957602" sldId="259"/>
        </pc:sldMkLst>
        <pc:spChg chg="mod">
          <ac:chgData name="Raiyana Reyaz" userId="48f129c58a854a97" providerId="LiveId" clId="{0FC4CF16-A146-4AA1-83C2-0DEC814BAD54}" dt="2025-08-29T10:58:50.330" v="710" actId="1076"/>
          <ac:spMkLst>
            <pc:docMk/>
            <pc:sldMk cId="1931957602" sldId="259"/>
            <ac:spMk id="3" creationId="{A4AADD8E-411B-777C-D12A-AA332001B207}"/>
          </ac:spMkLst>
        </pc:spChg>
      </pc:sldChg>
      <pc:sldChg chg="addSp delSp modSp mod setBg">
        <pc:chgData name="Raiyana Reyaz" userId="48f129c58a854a97" providerId="LiveId" clId="{0FC4CF16-A146-4AA1-83C2-0DEC814BAD54}" dt="2025-08-29T10:57:24.893" v="699" actId="207"/>
        <pc:sldMkLst>
          <pc:docMk/>
          <pc:sldMk cId="3823009903" sldId="260"/>
        </pc:sldMkLst>
        <pc:spChg chg="mod">
          <ac:chgData name="Raiyana Reyaz" userId="48f129c58a854a97" providerId="LiveId" clId="{0FC4CF16-A146-4AA1-83C2-0DEC814BAD54}" dt="2025-08-29T10:57:24.893" v="699" actId="207"/>
          <ac:spMkLst>
            <pc:docMk/>
            <pc:sldMk cId="3823009903" sldId="260"/>
            <ac:spMk id="3" creationId="{FBEA2023-BAFC-CFBF-3585-9E36C6B7D63B}"/>
          </ac:spMkLst>
        </pc:spChg>
        <pc:picChg chg="add del mod">
          <ac:chgData name="Raiyana Reyaz" userId="48f129c58a854a97" providerId="LiveId" clId="{0FC4CF16-A146-4AA1-83C2-0DEC814BAD54}" dt="2025-08-29T08:31:32.619" v="2" actId="21"/>
          <ac:picMkLst>
            <pc:docMk/>
            <pc:sldMk cId="3823009903" sldId="260"/>
            <ac:picMk id="5" creationId="{6E396AC0-CABE-CDD3-92C5-23404DF23CD8}"/>
          </ac:picMkLst>
        </pc:picChg>
        <pc:picChg chg="add mod">
          <ac:chgData name="Raiyana Reyaz" userId="48f129c58a854a97" providerId="LiveId" clId="{0FC4CF16-A146-4AA1-83C2-0DEC814BAD54}" dt="2025-08-29T08:32:09.545" v="10" actId="14100"/>
          <ac:picMkLst>
            <pc:docMk/>
            <pc:sldMk cId="3823009903" sldId="260"/>
            <ac:picMk id="7" creationId="{9BFEFA44-70CF-D282-FEA8-6B3305078059}"/>
          </ac:picMkLst>
        </pc:picChg>
      </pc:sldChg>
      <pc:sldChg chg="addSp delSp modSp new mod">
        <pc:chgData name="Raiyana Reyaz" userId="48f129c58a854a97" providerId="LiveId" clId="{0FC4CF16-A146-4AA1-83C2-0DEC814BAD54}" dt="2025-08-29T10:59:17.260" v="712" actId="14861"/>
        <pc:sldMkLst>
          <pc:docMk/>
          <pc:sldMk cId="149070047" sldId="261"/>
        </pc:sldMkLst>
        <pc:spChg chg="mod">
          <ac:chgData name="Raiyana Reyaz" userId="48f129c58a854a97" providerId="LiveId" clId="{0FC4CF16-A146-4AA1-83C2-0DEC814BAD54}" dt="2025-08-29T08:43:41.099" v="70" actId="1076"/>
          <ac:spMkLst>
            <pc:docMk/>
            <pc:sldMk cId="149070047" sldId="261"/>
            <ac:spMk id="2" creationId="{721E8720-912F-2906-93A2-4D3533D0657D}"/>
          </ac:spMkLst>
        </pc:spChg>
        <pc:spChg chg="del mod">
          <ac:chgData name="Raiyana Reyaz" userId="48f129c58a854a97" providerId="LiveId" clId="{0FC4CF16-A146-4AA1-83C2-0DEC814BAD54}" dt="2025-08-29T08:45:58.153" v="79"/>
          <ac:spMkLst>
            <pc:docMk/>
            <pc:sldMk cId="149070047" sldId="261"/>
            <ac:spMk id="3" creationId="{72E71826-431F-D520-B87F-E418561FCF4B}"/>
          </ac:spMkLst>
        </pc:spChg>
        <pc:spChg chg="add mod">
          <ac:chgData name="Raiyana Reyaz" userId="48f129c58a854a97" providerId="LiveId" clId="{0FC4CF16-A146-4AA1-83C2-0DEC814BAD54}" dt="2025-08-29T10:59:17.260" v="712" actId="14861"/>
          <ac:spMkLst>
            <pc:docMk/>
            <pc:sldMk cId="149070047" sldId="261"/>
            <ac:spMk id="6" creationId="{D58DD0E3-416C-E6F8-5A1C-C9C4B58B6CF8}"/>
          </ac:spMkLst>
        </pc:spChg>
        <pc:picChg chg="add mod">
          <ac:chgData name="Raiyana Reyaz" userId="48f129c58a854a97" providerId="LiveId" clId="{0FC4CF16-A146-4AA1-83C2-0DEC814BAD54}" dt="2025-08-29T08:50:35.354" v="157" actId="14100"/>
          <ac:picMkLst>
            <pc:docMk/>
            <pc:sldMk cId="149070047" sldId="261"/>
            <ac:picMk id="5" creationId="{267A1B87-0D0F-B773-1E9C-E4E0A51016C0}"/>
          </ac:picMkLst>
        </pc:picChg>
      </pc:sldChg>
      <pc:sldChg chg="addSp modSp new mod">
        <pc:chgData name="Raiyana Reyaz" userId="48f129c58a854a97" providerId="LiveId" clId="{0FC4CF16-A146-4AA1-83C2-0DEC814BAD54}" dt="2025-08-29T10:59:32.166" v="715" actId="14100"/>
        <pc:sldMkLst>
          <pc:docMk/>
          <pc:sldMk cId="1312160587" sldId="262"/>
        </pc:sldMkLst>
        <pc:spChg chg="mod">
          <ac:chgData name="Raiyana Reyaz" userId="48f129c58a854a97" providerId="LiveId" clId="{0FC4CF16-A146-4AA1-83C2-0DEC814BAD54}" dt="2025-08-29T08:56:00.163" v="193" actId="1076"/>
          <ac:spMkLst>
            <pc:docMk/>
            <pc:sldMk cId="1312160587" sldId="262"/>
            <ac:spMk id="2" creationId="{E7DD0A5A-88AA-E195-622E-241C8CF34078}"/>
          </ac:spMkLst>
        </pc:spChg>
        <pc:spChg chg="mod">
          <ac:chgData name="Raiyana Reyaz" userId="48f129c58a854a97" providerId="LiveId" clId="{0FC4CF16-A146-4AA1-83C2-0DEC814BAD54}" dt="2025-08-29T10:59:32.166" v="715" actId="14100"/>
          <ac:spMkLst>
            <pc:docMk/>
            <pc:sldMk cId="1312160587" sldId="262"/>
            <ac:spMk id="3" creationId="{AB8DFD5E-48CB-2292-B788-449818DEB609}"/>
          </ac:spMkLst>
        </pc:spChg>
        <pc:picChg chg="add mod">
          <ac:chgData name="Raiyana Reyaz" userId="48f129c58a854a97" providerId="LiveId" clId="{0FC4CF16-A146-4AA1-83C2-0DEC814BAD54}" dt="2025-08-29T09:00:12.491" v="228" actId="1076"/>
          <ac:picMkLst>
            <pc:docMk/>
            <pc:sldMk cId="1312160587" sldId="262"/>
            <ac:picMk id="5" creationId="{F5F426A0-AA4D-FF37-98FB-7AD71D79E784}"/>
          </ac:picMkLst>
        </pc:picChg>
      </pc:sldChg>
      <pc:sldChg chg="addSp delSp modSp new mod">
        <pc:chgData name="Raiyana Reyaz" userId="48f129c58a854a97" providerId="LiveId" clId="{0FC4CF16-A146-4AA1-83C2-0DEC814BAD54}" dt="2025-08-29T10:59:46.944" v="718" actId="14100"/>
        <pc:sldMkLst>
          <pc:docMk/>
          <pc:sldMk cId="4195122703" sldId="263"/>
        </pc:sldMkLst>
        <pc:spChg chg="mod">
          <ac:chgData name="Raiyana Reyaz" userId="48f129c58a854a97" providerId="LiveId" clId="{0FC4CF16-A146-4AA1-83C2-0DEC814BAD54}" dt="2025-08-29T09:04:53.370" v="262" actId="1076"/>
          <ac:spMkLst>
            <pc:docMk/>
            <pc:sldMk cId="4195122703" sldId="263"/>
            <ac:spMk id="2" creationId="{6DF34680-A319-63E9-FE29-DD0629FFE491}"/>
          </ac:spMkLst>
        </pc:spChg>
        <pc:spChg chg="mod">
          <ac:chgData name="Raiyana Reyaz" userId="48f129c58a854a97" providerId="LiveId" clId="{0FC4CF16-A146-4AA1-83C2-0DEC814BAD54}" dt="2025-08-29T10:59:46.944" v="718" actId="14100"/>
          <ac:spMkLst>
            <pc:docMk/>
            <pc:sldMk cId="4195122703" sldId="263"/>
            <ac:spMk id="3" creationId="{E18DB03A-4E9E-DBC3-9F5C-5BEE5355B554}"/>
          </ac:spMkLst>
        </pc:spChg>
        <pc:picChg chg="add del mod">
          <ac:chgData name="Raiyana Reyaz" userId="48f129c58a854a97" providerId="LiveId" clId="{0FC4CF16-A146-4AA1-83C2-0DEC814BAD54}" dt="2025-08-29T09:55:39.869" v="306" actId="21"/>
          <ac:picMkLst>
            <pc:docMk/>
            <pc:sldMk cId="4195122703" sldId="263"/>
            <ac:picMk id="5" creationId="{71413D1B-7310-5682-3CAE-94826285273A}"/>
          </ac:picMkLst>
        </pc:picChg>
        <pc:picChg chg="add del mod">
          <ac:chgData name="Raiyana Reyaz" userId="48f129c58a854a97" providerId="LiveId" clId="{0FC4CF16-A146-4AA1-83C2-0DEC814BAD54}" dt="2025-08-29T09:55:51.552" v="308" actId="21"/>
          <ac:picMkLst>
            <pc:docMk/>
            <pc:sldMk cId="4195122703" sldId="263"/>
            <ac:picMk id="6" creationId="{71413D1B-7310-5682-3CAE-94826285273A}"/>
          </ac:picMkLst>
        </pc:picChg>
        <pc:picChg chg="add del mod">
          <ac:chgData name="Raiyana Reyaz" userId="48f129c58a854a97" providerId="LiveId" clId="{0FC4CF16-A146-4AA1-83C2-0DEC814BAD54}" dt="2025-08-29T09:55:59.976" v="310" actId="21"/>
          <ac:picMkLst>
            <pc:docMk/>
            <pc:sldMk cId="4195122703" sldId="263"/>
            <ac:picMk id="7" creationId="{71413D1B-7310-5682-3CAE-94826285273A}"/>
          </ac:picMkLst>
        </pc:picChg>
        <pc:picChg chg="add mod">
          <ac:chgData name="Raiyana Reyaz" userId="48f129c58a854a97" providerId="LiveId" clId="{0FC4CF16-A146-4AA1-83C2-0DEC814BAD54}" dt="2025-08-29T09:56:38.983" v="317" actId="14100"/>
          <ac:picMkLst>
            <pc:docMk/>
            <pc:sldMk cId="4195122703" sldId="263"/>
            <ac:picMk id="9" creationId="{F8033DBE-2283-F6E6-C006-FF7A38774E64}"/>
          </ac:picMkLst>
        </pc:picChg>
      </pc:sldChg>
      <pc:sldChg chg="addSp modSp new mod">
        <pc:chgData name="Raiyana Reyaz" userId="48f129c58a854a97" providerId="LiveId" clId="{0FC4CF16-A146-4AA1-83C2-0DEC814BAD54}" dt="2025-08-29T11:00:01.061" v="720" actId="14861"/>
        <pc:sldMkLst>
          <pc:docMk/>
          <pc:sldMk cId="2466719841" sldId="264"/>
        </pc:sldMkLst>
        <pc:spChg chg="mod">
          <ac:chgData name="Raiyana Reyaz" userId="48f129c58a854a97" providerId="LiveId" clId="{0FC4CF16-A146-4AA1-83C2-0DEC814BAD54}" dt="2025-08-29T10:49:09.185" v="374" actId="115"/>
          <ac:spMkLst>
            <pc:docMk/>
            <pc:sldMk cId="2466719841" sldId="264"/>
            <ac:spMk id="2" creationId="{C85BA1CE-F1C7-6A24-5425-8209B319DFCB}"/>
          </ac:spMkLst>
        </pc:spChg>
        <pc:spChg chg="mod">
          <ac:chgData name="Raiyana Reyaz" userId="48f129c58a854a97" providerId="LiveId" clId="{0FC4CF16-A146-4AA1-83C2-0DEC814BAD54}" dt="2025-08-29T11:00:01.061" v="720" actId="14861"/>
          <ac:spMkLst>
            <pc:docMk/>
            <pc:sldMk cId="2466719841" sldId="264"/>
            <ac:spMk id="3" creationId="{157735B9-2DF6-02D7-B303-5761E886FD7A}"/>
          </ac:spMkLst>
        </pc:spChg>
        <pc:picChg chg="add mod">
          <ac:chgData name="Raiyana Reyaz" userId="48f129c58a854a97" providerId="LiveId" clId="{0FC4CF16-A146-4AA1-83C2-0DEC814BAD54}" dt="2025-08-29T10:30:06.229" v="346" actId="14100"/>
          <ac:picMkLst>
            <pc:docMk/>
            <pc:sldMk cId="2466719841" sldId="264"/>
            <ac:picMk id="5" creationId="{1D65B98F-BE7D-B445-D317-6E57D0AE2901}"/>
          </ac:picMkLst>
        </pc:picChg>
      </pc:sldChg>
      <pc:sldChg chg="addSp delSp modSp new del mod">
        <pc:chgData name="Raiyana Reyaz" userId="48f129c58a854a97" providerId="LiveId" clId="{0FC4CF16-A146-4AA1-83C2-0DEC814BAD54}" dt="2025-08-29T10:52:43.664" v="465" actId="2696"/>
        <pc:sldMkLst>
          <pc:docMk/>
          <pc:sldMk cId="3815496187" sldId="265"/>
        </pc:sldMkLst>
        <pc:spChg chg="mod">
          <ac:chgData name="Raiyana Reyaz" userId="48f129c58a854a97" providerId="LiveId" clId="{0FC4CF16-A146-4AA1-83C2-0DEC814BAD54}" dt="2025-08-29T10:50:00.271" v="405" actId="1076"/>
          <ac:spMkLst>
            <pc:docMk/>
            <pc:sldMk cId="3815496187" sldId="265"/>
            <ac:spMk id="2" creationId="{6547B44F-2406-873F-D55F-F922E62FC4A4}"/>
          </ac:spMkLst>
        </pc:spChg>
        <pc:spChg chg="del mod">
          <ac:chgData name="Raiyana Reyaz" userId="48f129c58a854a97" providerId="LiveId" clId="{0FC4CF16-A146-4AA1-83C2-0DEC814BAD54}" dt="2025-08-29T10:50:55.974" v="416"/>
          <ac:spMkLst>
            <pc:docMk/>
            <pc:sldMk cId="3815496187" sldId="265"/>
            <ac:spMk id="3" creationId="{4B218A3B-F35F-5F24-7713-BD38FCA4F41F}"/>
          </ac:spMkLst>
        </pc:spChg>
        <pc:spChg chg="add mod">
          <ac:chgData name="Raiyana Reyaz" userId="48f129c58a854a97" providerId="LiveId" clId="{0FC4CF16-A146-4AA1-83C2-0DEC814BAD54}" dt="2025-08-29T10:51:54.981" v="454" actId="20577"/>
          <ac:spMkLst>
            <pc:docMk/>
            <pc:sldMk cId="3815496187" sldId="265"/>
            <ac:spMk id="6" creationId="{50C61484-9DEB-A071-F8E0-D4BE19E31FA9}"/>
          </ac:spMkLst>
        </pc:spChg>
        <pc:picChg chg="add mod">
          <ac:chgData name="Raiyana Reyaz" userId="48f129c58a854a97" providerId="LiveId" clId="{0FC4CF16-A146-4AA1-83C2-0DEC814BAD54}" dt="2025-08-29T10:50:30.152" v="414" actId="14100"/>
          <ac:picMkLst>
            <pc:docMk/>
            <pc:sldMk cId="3815496187" sldId="265"/>
            <ac:picMk id="5" creationId="{C9978DBF-25AE-AE0F-10BB-B1F2A6474A42}"/>
          </ac:picMkLst>
        </pc:picChg>
      </pc:sldChg>
      <pc:sldChg chg="addSp modSp new mod">
        <pc:chgData name="Raiyana Reyaz" userId="48f129c58a854a97" providerId="LiveId" clId="{0FC4CF16-A146-4AA1-83C2-0DEC814BAD54}" dt="2025-08-29T11:00:23.762" v="724" actId="1076"/>
        <pc:sldMkLst>
          <pc:docMk/>
          <pc:sldMk cId="147792676" sldId="266"/>
        </pc:sldMkLst>
        <pc:spChg chg="mod">
          <ac:chgData name="Raiyana Reyaz" userId="48f129c58a854a97" providerId="LiveId" clId="{0FC4CF16-A146-4AA1-83C2-0DEC814BAD54}" dt="2025-08-29T10:52:30.419" v="462" actId="1076"/>
          <ac:spMkLst>
            <pc:docMk/>
            <pc:sldMk cId="147792676" sldId="266"/>
            <ac:spMk id="2" creationId="{C5F49B53-2FEA-158F-5C68-CB9FC0B690B6}"/>
          </ac:spMkLst>
        </pc:spChg>
        <pc:spChg chg="mod">
          <ac:chgData name="Raiyana Reyaz" userId="48f129c58a854a97" providerId="LiveId" clId="{0FC4CF16-A146-4AA1-83C2-0DEC814BAD54}" dt="2025-08-29T11:00:14.853" v="723" actId="14861"/>
          <ac:spMkLst>
            <pc:docMk/>
            <pc:sldMk cId="147792676" sldId="266"/>
            <ac:spMk id="3" creationId="{A77317B9-7FE6-D5CD-460A-445E6E280EDD}"/>
          </ac:spMkLst>
        </pc:spChg>
        <pc:picChg chg="add mod">
          <ac:chgData name="Raiyana Reyaz" userId="48f129c58a854a97" providerId="LiveId" clId="{0FC4CF16-A146-4AA1-83C2-0DEC814BAD54}" dt="2025-08-29T11:00:23.762" v="724" actId="1076"/>
          <ac:picMkLst>
            <pc:docMk/>
            <pc:sldMk cId="147792676" sldId="266"/>
            <ac:picMk id="4" creationId="{7E5A2BB7-756A-CD5F-0593-A99E7C093D1B}"/>
          </ac:picMkLst>
        </pc:picChg>
      </pc:sldChg>
      <pc:sldChg chg="modSp new del mod">
        <pc:chgData name="Raiyana Reyaz" userId="48f129c58a854a97" providerId="LiveId" clId="{0FC4CF16-A146-4AA1-83C2-0DEC814BAD54}" dt="2025-08-29T11:16:51.689" v="867" actId="2696"/>
        <pc:sldMkLst>
          <pc:docMk/>
          <pc:sldMk cId="3155228923" sldId="267"/>
        </pc:sldMkLst>
        <pc:spChg chg="mod">
          <ac:chgData name="Raiyana Reyaz" userId="48f129c58a854a97" providerId="LiveId" clId="{0FC4CF16-A146-4AA1-83C2-0DEC814BAD54}" dt="2025-08-29T11:08:00.647" v="762" actId="1076"/>
          <ac:spMkLst>
            <pc:docMk/>
            <pc:sldMk cId="3155228923" sldId="267"/>
            <ac:spMk id="2" creationId="{3CCF89DA-BC92-ABCA-0C96-76CDF9BC8A11}"/>
          </ac:spMkLst>
        </pc:spChg>
        <pc:spChg chg="mod">
          <ac:chgData name="Raiyana Reyaz" userId="48f129c58a854a97" providerId="LiveId" clId="{0FC4CF16-A146-4AA1-83C2-0DEC814BAD54}" dt="2025-08-29T11:11:32.085" v="804" actId="1076"/>
          <ac:spMkLst>
            <pc:docMk/>
            <pc:sldMk cId="3155228923" sldId="267"/>
            <ac:spMk id="3" creationId="{F33BEC2C-C204-42D6-F8E2-71A1E1BDB2D2}"/>
          </ac:spMkLst>
        </pc:spChg>
      </pc:sldChg>
      <pc:sldChg chg="modSp new mod">
        <pc:chgData name="Raiyana Reyaz" userId="48f129c58a854a97" providerId="LiveId" clId="{0FC4CF16-A146-4AA1-83C2-0DEC814BAD54}" dt="2025-08-29T11:14:24.235" v="833" actId="14861"/>
        <pc:sldMkLst>
          <pc:docMk/>
          <pc:sldMk cId="3201684625" sldId="268"/>
        </pc:sldMkLst>
        <pc:spChg chg="mod">
          <ac:chgData name="Raiyana Reyaz" userId="48f129c58a854a97" providerId="LiveId" clId="{0FC4CF16-A146-4AA1-83C2-0DEC814BAD54}" dt="2025-08-29T11:13:10.688" v="819" actId="14100"/>
          <ac:spMkLst>
            <pc:docMk/>
            <pc:sldMk cId="3201684625" sldId="268"/>
            <ac:spMk id="2" creationId="{12F811F5-FF58-F5A4-24FB-46E08665C7A6}"/>
          </ac:spMkLst>
        </pc:spChg>
        <pc:spChg chg="mod">
          <ac:chgData name="Raiyana Reyaz" userId="48f129c58a854a97" providerId="LiveId" clId="{0FC4CF16-A146-4AA1-83C2-0DEC814BAD54}" dt="2025-08-29T11:13:18.144" v="820" actId="1076"/>
          <ac:spMkLst>
            <pc:docMk/>
            <pc:sldMk cId="3201684625" sldId="268"/>
            <ac:spMk id="3" creationId="{932ABEDE-A770-5EE9-39E0-F468EA0F6F7E}"/>
          </ac:spMkLst>
        </pc:spChg>
        <pc:spChg chg="mod">
          <ac:chgData name="Raiyana Reyaz" userId="48f129c58a854a97" providerId="LiveId" clId="{0FC4CF16-A146-4AA1-83C2-0DEC814BAD54}" dt="2025-08-29T11:14:05.783" v="830" actId="14861"/>
          <ac:spMkLst>
            <pc:docMk/>
            <pc:sldMk cId="3201684625" sldId="268"/>
            <ac:spMk id="4" creationId="{F97C4A2F-EAB9-61FC-DE3B-60A3476C5381}"/>
          </ac:spMkLst>
        </pc:spChg>
        <pc:spChg chg="mod">
          <ac:chgData name="Raiyana Reyaz" userId="48f129c58a854a97" providerId="LiveId" clId="{0FC4CF16-A146-4AA1-83C2-0DEC814BAD54}" dt="2025-08-29T11:13:36.489" v="825" actId="1076"/>
          <ac:spMkLst>
            <pc:docMk/>
            <pc:sldMk cId="3201684625" sldId="268"/>
            <ac:spMk id="5" creationId="{C4A93C51-D5D4-5A4E-657C-5830F89F35C0}"/>
          </ac:spMkLst>
        </pc:spChg>
        <pc:spChg chg="mod">
          <ac:chgData name="Raiyana Reyaz" userId="48f129c58a854a97" providerId="LiveId" clId="{0FC4CF16-A146-4AA1-83C2-0DEC814BAD54}" dt="2025-08-29T11:14:24.235" v="833" actId="14861"/>
          <ac:spMkLst>
            <pc:docMk/>
            <pc:sldMk cId="3201684625" sldId="268"/>
            <ac:spMk id="6" creationId="{D50A2969-FFF3-5CF4-5E21-6CC995A65769}"/>
          </ac:spMkLst>
        </pc:spChg>
      </pc:sldChg>
      <pc:sldChg chg="new del">
        <pc:chgData name="Raiyana Reyaz" userId="48f129c58a854a97" providerId="LiveId" clId="{0FC4CF16-A146-4AA1-83C2-0DEC814BAD54}" dt="2025-08-29T11:14:34.585" v="835" actId="2696"/>
        <pc:sldMkLst>
          <pc:docMk/>
          <pc:sldMk cId="1227064171" sldId="269"/>
        </pc:sldMkLst>
      </pc:sldChg>
      <pc:sldChg chg="delSp modSp new mod">
        <pc:chgData name="Raiyana Reyaz" userId="48f129c58a854a97" providerId="LiveId" clId="{0FC4CF16-A146-4AA1-83C2-0DEC814BAD54}" dt="2025-08-29T11:16:44.766" v="866" actId="115"/>
        <pc:sldMkLst>
          <pc:docMk/>
          <pc:sldMk cId="2809651765" sldId="269"/>
        </pc:sldMkLst>
        <pc:spChg chg="mod">
          <ac:chgData name="Raiyana Reyaz" userId="48f129c58a854a97" providerId="LiveId" clId="{0FC4CF16-A146-4AA1-83C2-0DEC814BAD54}" dt="2025-08-29T11:16:44.766" v="866" actId="115"/>
          <ac:spMkLst>
            <pc:docMk/>
            <pc:sldMk cId="2809651765" sldId="269"/>
            <ac:spMk id="2" creationId="{BA2FDB70-BAF9-AFA7-108C-497E75F29F42}"/>
          </ac:spMkLst>
        </pc:spChg>
        <pc:spChg chg="del mod">
          <ac:chgData name="Raiyana Reyaz" userId="48f129c58a854a97" providerId="LiveId" clId="{0FC4CF16-A146-4AA1-83C2-0DEC814BAD54}" dt="2025-08-29T11:15:29.654" v="853" actId="21"/>
          <ac:spMkLst>
            <pc:docMk/>
            <pc:sldMk cId="2809651765" sldId="269"/>
            <ac:spMk id="3" creationId="{49027DCF-9642-2D6E-9DC8-C0218724547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7665B-361B-4CB2-A5F3-9E8D0074BA2C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A18F20-FCB9-457F-B7A9-BC4DA834A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064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A18F20-FCB9-457F-B7A9-BC4DA834A9B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509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412D-52D6-4619-BEA2-1467EC356BC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14BF-FB89-4606-98B2-B56BCAA60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750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412D-52D6-4619-BEA2-1467EC356BC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14BF-FB89-4606-98B2-B56BCAA60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364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412D-52D6-4619-BEA2-1467EC356BC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14BF-FB89-4606-98B2-B56BCAA60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463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412D-52D6-4619-BEA2-1467EC356BC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14BF-FB89-4606-98B2-B56BCAA60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425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412D-52D6-4619-BEA2-1467EC356BC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14BF-FB89-4606-98B2-B56BCAA60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081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412D-52D6-4619-BEA2-1467EC356BC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14BF-FB89-4606-98B2-B56BCAA60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884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412D-52D6-4619-BEA2-1467EC356BC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14BF-FB89-4606-98B2-B56BCAA60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002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412D-52D6-4619-BEA2-1467EC356BC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14BF-FB89-4606-98B2-B56BCAA60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37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412D-52D6-4619-BEA2-1467EC356BC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14BF-FB89-4606-98B2-B56BCAA60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893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412D-52D6-4619-BEA2-1467EC356BC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14BF-FB89-4606-98B2-B56BCAA60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633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412D-52D6-4619-BEA2-1467EC356BC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14BF-FB89-4606-98B2-B56BCAA6047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9703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412D-52D6-4619-BEA2-1467EC356BC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14BF-FB89-4606-98B2-B56BCAA60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8726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412D-52D6-4619-BEA2-1467EC356BC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14BF-FB89-4606-98B2-B56BCAA6047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27274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412D-52D6-4619-BEA2-1467EC356BC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14BF-FB89-4606-98B2-B56BCAA60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968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412D-52D6-4619-BEA2-1467EC356BC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14BF-FB89-4606-98B2-B56BCAA60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588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412D-52D6-4619-BEA2-1467EC356BC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914BF-FB89-4606-98B2-B56BCAA60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28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0412D-52D6-4619-BEA2-1467EC356BC3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6914BF-FB89-4606-98B2-B56BCAA60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0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3F94E-0AFF-D4F1-6B01-43E8C8956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476" y="1044054"/>
            <a:ext cx="8196491" cy="3323230"/>
          </a:xfrm>
        </p:spPr>
        <p:txBody>
          <a:bodyPr/>
          <a:lstStyle/>
          <a:p>
            <a:pPr algn="ctr"/>
            <a:r>
              <a:rPr lang="en-IN" sz="6000" b="1" i="1" u="sng" dirty="0">
                <a:solidFill>
                  <a:srgbClr val="A037FF"/>
                </a:solidFill>
              </a:rPr>
              <a:t>IPL Match Analysis Report</a:t>
            </a:r>
            <a:endParaRPr lang="en-IN" sz="6000" b="1" u="sng" dirty="0">
              <a:solidFill>
                <a:srgbClr val="A037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DF461A-462F-E684-D238-6760AF0B4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4171" y="4965232"/>
            <a:ext cx="7937184" cy="514343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accent2">
                    <a:lumMod val="75000"/>
                  </a:schemeClr>
                </a:solidFill>
              </a:rPr>
              <a:t>By- Raiyana Reyaz</a:t>
            </a:r>
          </a:p>
        </p:txBody>
      </p:sp>
    </p:spTree>
    <p:extLst>
      <p:ext uri="{BB962C8B-B14F-4D97-AF65-F5344CB8AC3E}">
        <p14:creationId xmlns:p14="http://schemas.microsoft.com/office/powerpoint/2010/main" val="3798253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AD6CE-BEA7-23E1-8475-53A19EDD2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999" y="159224"/>
            <a:ext cx="8023114" cy="809767"/>
          </a:xfrm>
        </p:spPr>
        <p:txBody>
          <a:bodyPr>
            <a:normAutofit/>
          </a:bodyPr>
          <a:lstStyle/>
          <a:p>
            <a:pPr algn="ctr"/>
            <a:r>
              <a:rPr lang="en-IN" sz="4000" u="sng" dirty="0">
                <a:solidFill>
                  <a:srgbClr val="A037FF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02A7C-2404-D8AD-FD3A-93F281B2F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999" y="1488613"/>
            <a:ext cx="8753270" cy="442769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Analyzed IPL data using Power BI.</a:t>
            </a:r>
          </a:p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Aim: find insights on teams, players, and match outcomes.</a:t>
            </a:r>
          </a:p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Built an interactive dashboard with filters, KPIs, and charts.</a:t>
            </a:r>
          </a:p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Helps in understanding trends and improving strategies.</a:t>
            </a:r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711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1C18F-86ED-D0E2-9437-0DD2E8BAB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84" y="242542"/>
            <a:ext cx="8343836" cy="727881"/>
          </a:xfrm>
        </p:spPr>
        <p:txBody>
          <a:bodyPr/>
          <a:lstStyle/>
          <a:p>
            <a:pPr algn="ctr"/>
            <a:r>
              <a:rPr lang="en-IN" u="sng" dirty="0">
                <a:solidFill>
                  <a:srgbClr val="A037FF"/>
                </a:solidFill>
              </a:rPr>
              <a:t>Dashboard Navigation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DE5AAB-C147-4452-5D1C-296298131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9742" y="1431192"/>
            <a:ext cx="7734951" cy="36867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816AE0-C03A-BB80-6479-7126041751DA}"/>
              </a:ext>
            </a:extLst>
          </p:cNvPr>
          <p:cNvSpPr txBox="1"/>
          <p:nvPr/>
        </p:nvSpPr>
        <p:spPr>
          <a:xfrm>
            <a:off x="2388359" y="5370394"/>
            <a:ext cx="5841242" cy="881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551B34-7D4F-BC6B-3C8C-B7B4243BC11C}"/>
              </a:ext>
            </a:extLst>
          </p:cNvPr>
          <p:cNvSpPr txBox="1"/>
          <p:nvPr/>
        </p:nvSpPr>
        <p:spPr>
          <a:xfrm>
            <a:off x="2183642" y="5370393"/>
            <a:ext cx="7090360" cy="92333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THE DASHBOARD IS DIVIDED INTO MULTIPLE PAGES FOR EASY NAVIGATION AND ANALYSIS, COVERING :  BATTING,BOWLING,TOSS IMPACT,VENUES AND MORE.</a:t>
            </a:r>
          </a:p>
        </p:txBody>
      </p:sp>
    </p:spTree>
    <p:extLst>
      <p:ext uri="{BB962C8B-B14F-4D97-AF65-F5344CB8AC3E}">
        <p14:creationId xmlns:p14="http://schemas.microsoft.com/office/powerpoint/2010/main" val="2218840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ECFCE-AB2B-506C-4A27-288D8DCAB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988" y="1"/>
            <a:ext cx="8596668" cy="696036"/>
          </a:xfrm>
        </p:spPr>
        <p:txBody>
          <a:bodyPr/>
          <a:lstStyle/>
          <a:p>
            <a:pPr algn="ctr"/>
            <a:r>
              <a:rPr lang="en-IN" u="sng" dirty="0">
                <a:solidFill>
                  <a:srgbClr val="A037FF"/>
                </a:solidFill>
              </a:rPr>
              <a:t>OVERVIEW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ADD8E-411B-777C-D12A-AA332001B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790" y="1883390"/>
            <a:ext cx="4722126" cy="3671249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KEY INSIGHTS:</a:t>
            </a:r>
          </a:p>
          <a:p>
            <a:pPr marL="0" indent="0">
              <a:buNone/>
            </a:pPr>
            <a:r>
              <a:rPr lang="en-IN" b="1" u="sng" dirty="0">
                <a:solidFill>
                  <a:schemeClr val="accent2">
                    <a:lumMod val="75000"/>
                  </a:schemeClr>
                </a:solidFill>
              </a:rPr>
              <a:t>1. </a:t>
            </a:r>
            <a:r>
              <a:rPr lang="en-IN" u="sng" dirty="0">
                <a:solidFill>
                  <a:schemeClr val="accent2">
                    <a:lumMod val="75000"/>
                  </a:schemeClr>
                </a:solidFill>
              </a:rPr>
              <a:t>KPIs on top-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provide a quick snapshot of the dataset.</a:t>
            </a:r>
            <a:endParaRPr lang="en-IN" u="sng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u="sng" dirty="0">
                <a:solidFill>
                  <a:schemeClr val="accent2">
                    <a:lumMod val="75000"/>
                  </a:schemeClr>
                </a:solidFill>
              </a:rPr>
              <a:t>2. Most Successful IPL Teams (Bar Chart)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Mumbai Indians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lead with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92 wins</a:t>
            </a:r>
          </a:p>
          <a:p>
            <a:pPr marL="0" indent="0">
              <a:buNone/>
            </a:pPr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3. </a:t>
            </a:r>
            <a:r>
              <a:rPr lang="en-US" u="sng" dirty="0">
                <a:solidFill>
                  <a:schemeClr val="accent2">
                    <a:lumMod val="75000"/>
                  </a:schemeClr>
                </a:solidFill>
              </a:rPr>
              <a:t>Matches by Season (Line Chart)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Lowest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matches in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2009 (57)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Matches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peaked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2013 (76 matches)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the highest season.</a:t>
            </a:r>
            <a:endParaRPr lang="en-US" b="1" u="sng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u="sng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412392-B5B3-EFD5-CC73-DA9341028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615" y="900752"/>
            <a:ext cx="6878595" cy="538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57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754DA-CE73-F736-D027-D0E8A84B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062" y="156238"/>
            <a:ext cx="8159940" cy="660400"/>
          </a:xfrm>
        </p:spPr>
        <p:txBody>
          <a:bodyPr/>
          <a:lstStyle/>
          <a:p>
            <a:pPr algn="ctr"/>
            <a:r>
              <a:rPr lang="en-IN" u="sng" dirty="0">
                <a:solidFill>
                  <a:srgbClr val="A037FF"/>
                </a:solidFill>
              </a:rPr>
              <a:t>BATTING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A2023-BAFC-CFBF-3585-9E36C6B7D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79" y="1708188"/>
            <a:ext cx="5135554" cy="3750916"/>
          </a:xfrm>
          <a:gradFill>
            <a:gsLst>
              <a:gs pos="0">
                <a:schemeClr val="bg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KEY INSIGHTS:</a:t>
            </a:r>
          </a:p>
          <a:p>
            <a:pPr marL="0" indent="0">
              <a:buNone/>
            </a:pPr>
            <a:r>
              <a:rPr lang="en-IN" u="sng" dirty="0">
                <a:solidFill>
                  <a:schemeClr val="accent2">
                    <a:lumMod val="75000"/>
                  </a:schemeClr>
                </a:solidFill>
              </a:rPr>
              <a:t>1. </a:t>
            </a:r>
            <a:r>
              <a:rPr lang="en-US" u="sng" dirty="0">
                <a:solidFill>
                  <a:schemeClr val="accent2">
                    <a:lumMod val="75000"/>
                  </a:schemeClr>
                </a:solidFill>
              </a:rPr>
              <a:t>Highest scorer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Suresh Raina (4.5K runs) followed by Virat Kohli and Rohit Sharma.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2. Multiple players registered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zero runs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indicating no batting impact in their IPL stint.</a:t>
            </a:r>
          </a:p>
          <a:p>
            <a:pPr marL="0" indent="0">
              <a:buNone/>
            </a:pPr>
            <a:r>
              <a:rPr lang="en-US" u="sng" dirty="0">
                <a:solidFill>
                  <a:schemeClr val="accent2">
                    <a:lumMod val="75000"/>
                  </a:schemeClr>
                </a:solidFill>
              </a:rPr>
              <a:t>3. Boundary pattern: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RCB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hit the highest % of sixes (30.38%).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Rajasthan Royals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also leaned heavily on fours (75.19%).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FEFA44-70CF-D282-FEA8-6B3305078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571" y="1264636"/>
            <a:ext cx="6701050" cy="463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009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E8720-912F-2906-93A2-4D3533D06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197" y="295702"/>
            <a:ext cx="6023717" cy="625522"/>
          </a:xfrm>
        </p:spPr>
        <p:txBody>
          <a:bodyPr>
            <a:normAutofit fontScale="90000"/>
          </a:bodyPr>
          <a:lstStyle/>
          <a:p>
            <a:pPr algn="ctr"/>
            <a:r>
              <a:rPr lang="en-IN" u="sng" dirty="0">
                <a:solidFill>
                  <a:srgbClr val="A037FF"/>
                </a:solidFill>
              </a:rPr>
              <a:t>BOWLING INSIGHTS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7A1B87-0D0F-B773-1E9C-E4E0A5101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357" y="993638"/>
            <a:ext cx="7329987" cy="5386691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58DD0E3-416C-E6F8-5A1C-C9C4B58B6C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7656" y="1242121"/>
            <a:ext cx="4345818" cy="499624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KEY INSIGHTS: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Economy Rate:</a:t>
            </a:r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I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Malhotra recorded the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worst economy rate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 Prasanth had the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best economy rate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among the shown bowlers.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2.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Runs Conceded: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Harbhajan Singh conceded the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highest runs (3.5K)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3.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Boundaries Conceded: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 Kumar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gave away the highest share of fours (76%).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 Mishra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conceded the highest share of sixes (44%).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70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0A5A-88AA-E195-622E-241C8CF3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621" y="273002"/>
            <a:ext cx="7340726" cy="543636"/>
          </a:xfrm>
        </p:spPr>
        <p:txBody>
          <a:bodyPr>
            <a:normAutofit fontScale="90000"/>
          </a:bodyPr>
          <a:lstStyle/>
          <a:p>
            <a:pPr algn="ctr"/>
            <a:r>
              <a:rPr lang="en-IN" u="sng" dirty="0">
                <a:solidFill>
                  <a:srgbClr val="A037FF"/>
                </a:solidFill>
              </a:rPr>
              <a:t>Fielding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DFD5E-48CB-2292-B788-449818DEB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911" y="1973110"/>
            <a:ext cx="4129998" cy="291061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KEY INSIGHTS: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1. Catches: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KD Karthik leads with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88 catches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followed by Suresh Raina (83) and AB de Villiers (81).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2.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Run Outs: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MS Dhoni tops with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20 run outs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closely followed by Ravindra Jadeja (19).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F426A0-AA4D-FF37-98FB-7AD71D79E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631" y="1304370"/>
            <a:ext cx="6992581" cy="482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60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34680-A319-63E9-FE29-DD0629FFE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346" y="295701"/>
            <a:ext cx="8296069" cy="775648"/>
          </a:xfrm>
        </p:spPr>
        <p:txBody>
          <a:bodyPr/>
          <a:lstStyle/>
          <a:p>
            <a:pPr algn="ctr"/>
            <a:r>
              <a:rPr lang="en-IN" u="sng" dirty="0">
                <a:solidFill>
                  <a:srgbClr val="A037FF"/>
                </a:solidFill>
              </a:rPr>
              <a:t>TOSS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DB03A-4E9E-DBC3-9F5C-5BEE5355B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34" y="2035426"/>
            <a:ext cx="4040140" cy="334706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KEY INSIGHTS: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1. Most Toss Wins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Mumbai Indians (85)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followed by Kolkata Knight Riders (78).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2. Fewest Toss Wins: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Rising Pune </a:t>
            </a:r>
            <a:r>
              <a:rPr lang="en-IN" b="1" dirty="0" err="1">
                <a:solidFill>
                  <a:schemeClr val="accent2">
                    <a:lumMod val="75000"/>
                  </a:schemeClr>
                </a:solidFill>
              </a:rPr>
              <a:t>Supergiants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 (6)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3.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Toss decisions leaned towards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fielding (57%),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showing teams preferred chasing targets rather than setting them.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033DBE-2283-F6E6-C006-FF7A38774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637" y="1302328"/>
            <a:ext cx="7311406" cy="500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122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BA1CE-F1C7-6A24-5425-8209B319D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81" y="304800"/>
            <a:ext cx="7905556" cy="511838"/>
          </a:xfrm>
        </p:spPr>
        <p:txBody>
          <a:bodyPr>
            <a:normAutofit fontScale="90000"/>
          </a:bodyPr>
          <a:lstStyle/>
          <a:p>
            <a:pPr algn="ctr"/>
            <a:r>
              <a:rPr lang="en-IN" u="sng" dirty="0">
                <a:solidFill>
                  <a:srgbClr val="A037FF"/>
                </a:solidFill>
              </a:rPr>
              <a:t>TOSS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735B9-2DF6-02D7-B303-5761E886F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7" y="2312990"/>
            <a:ext cx="4114800" cy="2688502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KEY INSIGHTS:</a:t>
            </a:r>
          </a:p>
          <a:p>
            <a:pPr>
              <a:buAutoNum type="arabicPeriod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Toss win gives only a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small advantage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(51% vs 49%).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2.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Field first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decisions lead to better results than batting first.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3.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Gujarat Lions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have the best win rate after toss wins.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65B98F-BE7D-B445-D317-6E57D0AE2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673" y="1281544"/>
            <a:ext cx="7245927" cy="521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719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49B53-2FEA-158F-5C68-CB9FC0B69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298" y="290945"/>
            <a:ext cx="8596668" cy="678873"/>
          </a:xfrm>
        </p:spPr>
        <p:txBody>
          <a:bodyPr>
            <a:normAutofit/>
          </a:bodyPr>
          <a:lstStyle/>
          <a:p>
            <a:pPr algn="ctr"/>
            <a:r>
              <a:rPr lang="en-IN" u="sng" dirty="0">
                <a:solidFill>
                  <a:srgbClr val="A037FF"/>
                </a:solidFill>
              </a:rPr>
              <a:t>VENUES AND CITIES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317B9-7FE6-D5CD-460A-445E6E280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61" y="2299136"/>
            <a:ext cx="3624502" cy="308335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KEY INSIGHTS: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Newlands stadium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hosted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matches for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Deccan Chargers.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Newlands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is also among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the top lucky stadiums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with a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100%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win record for the team.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5A2BB7-756A-CD5F-0593-A99E7C093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146" y="1122219"/>
            <a:ext cx="7432963" cy="553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2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11F5-FF58-F5A4-24FB-46E08665C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64" y="166255"/>
            <a:ext cx="8584727" cy="755072"/>
          </a:xfrm>
        </p:spPr>
        <p:txBody>
          <a:bodyPr/>
          <a:lstStyle/>
          <a:p>
            <a:pPr algn="ctr"/>
            <a:r>
              <a:rPr lang="en-IN" u="sng" dirty="0">
                <a:solidFill>
                  <a:srgbClr val="A037FF"/>
                </a:solidFill>
              </a:rPr>
              <a:t>INSIGHTS AND RECOMMENDATIONS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ABEDE-A770-5EE9-39E0-F468EA0F6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345" y="1509820"/>
            <a:ext cx="4185623" cy="576262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Insights from Analysis: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C4A2F-EAB9-61FC-DE3B-60A3476C5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7473" y="1709465"/>
            <a:ext cx="4700909" cy="4372679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Certain venues act as “lucky stadiums” for some teams, while others consistently struggle there.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Toss decisions (bat/field) strongly influence outcomes, but their success varies across venues.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Top performers (both batsmen and bowlers) have a clear impact on match results, with some teams over-relying on star players.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Seasonal trends show some teams improving in specific phases, while others decline after early success.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93C51-D5D4-5A4E-657C-5830F89F3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93183" y="1807693"/>
            <a:ext cx="4185618" cy="576262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Key Recommendations for Teams: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0A2969-FFF3-5CF4-5E21-6CC995A657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393183" y="1870063"/>
            <a:ext cx="5747091" cy="4372679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Develop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venue-specific strategies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instead of following a uniform approach.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Optimize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toss decisions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by analyzing historical outcomes at each ground.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Reduce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dependence on top-order batsmen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; strengthen middle-order to handle collapses.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Utilize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powerplay bowlers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with better economy in batting-friendly venues.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Conduct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match simulations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for venues where win % is historically low to rework strategies.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1684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FDB70-BAF9-AFA7-108C-497E75F29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649" y="2252134"/>
            <a:ext cx="7886315" cy="1646299"/>
          </a:xfrm>
        </p:spPr>
        <p:txBody>
          <a:bodyPr/>
          <a:lstStyle/>
          <a:p>
            <a:pPr algn="ctr"/>
            <a:r>
              <a:rPr lang="en-IN" sz="8800" b="1" i="1" u="sng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0965176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529</TotalTime>
  <Words>611</Words>
  <Application>Microsoft Office PowerPoint</Application>
  <PresentationFormat>Widescreen</PresentationFormat>
  <Paragraphs>65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Trebuchet MS</vt:lpstr>
      <vt:lpstr>Wingdings 3</vt:lpstr>
      <vt:lpstr>Facet</vt:lpstr>
      <vt:lpstr>IPL Match Analysis Report</vt:lpstr>
      <vt:lpstr>INTRODUCTION</vt:lpstr>
      <vt:lpstr>Dashboard Navigation</vt:lpstr>
      <vt:lpstr>OVERVIEW PAGE</vt:lpstr>
      <vt:lpstr>BATTING INSIGHTS</vt:lpstr>
      <vt:lpstr>BOWLING INSIGHTS</vt:lpstr>
      <vt:lpstr>Fielding Insights</vt:lpstr>
      <vt:lpstr>TOSS ANALYSIS</vt:lpstr>
      <vt:lpstr>TOSS IMPACT</vt:lpstr>
      <vt:lpstr>VENUES AND CITIES INSIGHTS</vt:lpstr>
      <vt:lpstr>INSIGHTS AND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Raiyana Reyaz</dc:creator>
  <cp:lastModifiedBy>Raiyana Reyaz</cp:lastModifiedBy>
  <cp:revision>1</cp:revision>
  <dcterms:created xsi:type="dcterms:W3CDTF">2025-08-28T08:16:13Z</dcterms:created>
  <dcterms:modified xsi:type="dcterms:W3CDTF">2025-08-30T09:37:22Z</dcterms:modified>
</cp:coreProperties>
</file>